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20.01.2021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0"/>
            <a:ext cx="6428506" cy="6627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19872" y="4698970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Королев Михаил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286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-20464"/>
            <a:ext cx="6601247" cy="681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2574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32656"/>
            <a:ext cx="6068428" cy="624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 flipH="1">
            <a:off x="1187624" y="3284984"/>
            <a:ext cx="2376264" cy="1697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V="1">
            <a:off x="5076056" y="4149080"/>
            <a:ext cx="2952328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V="1">
            <a:off x="4283968" y="1988840"/>
            <a:ext cx="3888432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 flipV="1">
            <a:off x="1187624" y="1196752"/>
            <a:ext cx="2952328" cy="18722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7020272" y="5949280"/>
            <a:ext cx="1512168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H="1">
            <a:off x="1187624" y="4437112"/>
            <a:ext cx="3168352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9512" y="803185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Напиток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179512" y="300562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Стойка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331912" y="4797152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Главный герой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7776356" y="5290649"/>
            <a:ext cx="1367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Стакан в который вы все наливаете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7848618" y="4067780"/>
            <a:ext cx="136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Бочка</a:t>
            </a: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7794161" y="1579117"/>
            <a:ext cx="136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Посетитель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7704151" y="147990"/>
            <a:ext cx="1547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Ваши сбережения</a:t>
            </a:r>
            <a:endParaRPr lang="ru-RU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 flipV="1">
            <a:off x="7164288" y="471155"/>
            <a:ext cx="864096" cy="1495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90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Экран (4:3)</PresentationFormat>
  <Paragraphs>8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Asus</dc:creator>
  <cp:lastModifiedBy>Пользователь Windows</cp:lastModifiedBy>
  <cp:revision>1</cp:revision>
  <dcterms:created xsi:type="dcterms:W3CDTF">2021-01-20T15:57:37Z</dcterms:created>
  <dcterms:modified xsi:type="dcterms:W3CDTF">2021-01-20T16:05:35Z</dcterms:modified>
</cp:coreProperties>
</file>